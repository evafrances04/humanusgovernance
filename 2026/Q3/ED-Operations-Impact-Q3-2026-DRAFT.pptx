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3383280"/>
            <a:ext cx="1188720" cy="150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96FF14"/>
                </a:solidFill>
                <a:latin typeface="Fagun Medium"/>
              </a:rPr>
              <a:t>update since 29 June  ·  Q3 2026 Board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0233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Fagun Medium"/>
              </a:rPr>
              <a:t>29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 i="0">
                <a:solidFill>
                  <a:srgbClr val="FFFFFF"/>
                </a:solidFill>
                <a:latin typeface="Fagun Black"/>
              </a:rPr>
              <a:t>Humanising Justice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96FF14"/>
                </a:solidFill>
                <a:latin typeface="Fagun Medium"/>
              </a:rPr>
              <a:t>ACCOUNTABILITY  ·  COMMUNITY  · 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96FF14"/>
                </a:solidFill>
                <a:latin typeface="Inter"/>
              </a:rPr>
              <a:t>Sponsor: Eva Buzo, Executive Director  ·  Agenda item TBC  ·  15 minutes  ·  Discussion  ·  DRAFT for ED sign-off</a:t>
            </a:r>
          </a:p>
        </p:txBody>
      </p:sp>
      <p:pic>
        <p:nvPicPr>
          <p:cNvPr id="10" name="Picture 9" descr="humanus_logo_master_b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086" y="1011143"/>
            <a:ext cx="9509522" cy="328123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Three goals guide everything we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Our 2024–29 strategy frames the year.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Fagun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Victims secure outcomes in line with their own conception of justice.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Fagun Blac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Victims are empowered by the process of pursuing justice — not just by its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Fagun Blac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Justice processes are transformed to put victims at the centre.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035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10F37"/>
                </a:solidFill>
                <a:latin typeface="Inter"/>
              </a:rPr>
              <a:t>The September retreat broadened our framing from serious international crimes to human rights violations (slide 10).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Q3 2026 Board Meeting  ·  Operations &amp; Impact Update  ·  DRAFT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2 /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Where the work has sat since June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29 June – 12 October 2026, by funded programme and other significant strands.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10972800" cy="41148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1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Fagun Bold"/>
              </a:rPr>
              <a:t>Programme / strand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947671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Fagun Bold"/>
              </a:rPr>
              <a:t>Funder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47671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Fagun Bold"/>
              </a:rPr>
              <a:t>Status since 29 June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5999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59151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Fagun Bold"/>
              </a:rPr>
              <a:t>Rohingya in India — legal protection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359151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Core funding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359151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Delhi detention roundtable convened lawyers (5 Jul); Right to Education route for detained minors developed; habeas and bail filings in preparation.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52927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26079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Fagun Bold"/>
              </a:rPr>
              <a:t>Bangladesh dialogue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92607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FCDO (UK)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926079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Phase I delivery continuing; inputs to Stimson-led interim report (Jun–Oct); Jun–Oct financial claim in preparation.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19855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93007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Fagun Bold"/>
              </a:rPr>
              <a:t>Towards a More Peaceful Arakan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49300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Swiss FDFA via Stimson Center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3493007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Rohingya dialogue continuing; FDFA head grant and joint workplan requested from Stimson.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86783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59935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Fagun Bold"/>
              </a:rPr>
              <a:t>Accountability for business and human rights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059935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Core funding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059935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Meta response to our case; Amnesty × hūmānus UNGA side event (25 Sep); Adani coordination and investigation continuing.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53711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626863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Fagun Bold"/>
              </a:rPr>
              <a:t>Public engagement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626863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Core funding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626863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Against the Tide swim (Small Islands Coalition, Seychelles, UNGA); Berkeley keynote (28 Sep); OSF partner retreat, Mexico.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120639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93791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Fagun Bold"/>
              </a:rPr>
              <a:t>Research — Rohingya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5193791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12D64"/>
                </a:solidFill>
                <a:latin typeface="Inter"/>
              </a:rPr>
              <a:t>[Eva to confirm]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5193791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Sawyadullah's 10 analysis reports; website launching November 2026.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10F37"/>
                </a:solidFill>
                <a:latin typeface="Inter"/>
              </a:rPr>
              <a:t>Women's Dialogue (SDC) grant ended 30 April 2026, as reported at Q2. Finance: see Stacy McGill's Q3 Board Finance Report and Forecast Report.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Q3 2026 Board Meeting  ·  Operations &amp; Impact Update  ·  DRAFT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3 / 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Rohingya in India — legal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Core funded  ·  no project grant  ·  Lead: Arati Ranade, India Programme 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Q3 2026 Board Meeting  ·  Operations &amp; Impact Update  ·  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What the strand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5999"/>
            <a:ext cx="1097280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Direct legal intervention for detained Rohingya refugees in India, building a cross-state network of lawyers and an evidentiary base on detention and deportation patterns. Funded from core — no donor restriction on case selection or strategy.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2271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Since 29 June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5307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34198"/>
            <a:ext cx="1069848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Delhi detention roundtable (5 July) — lawyers from across states convened over three panels to discuss detention litigation strategy.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8978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70917"/>
            <a:ext cx="1069848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Right to Education — strategy note drafted on an education-rights route for detained minors, alongside the refugee route; raised with African states in Geneva (25 August).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426508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07636"/>
            <a:ext cx="1069848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Litigation pipeline — habeas corpus petition in drafting; bail application being finalised for counsel's review; Right to Information petitioner being identified.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963227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44355"/>
            <a:ext cx="1069848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Lawyer network — Jammu &amp; Kashmir leads in place; Rajasthan, Tripura and Hyderabad being assessed. Case-law report on Rohingya deportation in preparation.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8107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Why this matters for the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92554"/>
            <a:ext cx="1097280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The retreat agreed to continue the lawyer-network and coordination approach and to take stock of the Rohingya work after six months, around March 2027 (slide 10). The ED will report the outcome to the board.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Bangladesh dialogue programme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FCDO (UK)  ·  continuing programme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Q3 2026 Board Meeting  ·  Operations &amp; Impact Update  ·  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5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What the funding supports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5999"/>
            <a:ext cx="1097280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Sustained dialogue and engagement work with Rohingya leadership in Bangladesh, complementing the Swiss/Stimson Arakan partnership. Operates in a deficit / reimbursement model — hūmānus spends and is reimbursed in arrears.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7271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Since 29 June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0307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84198"/>
            <a:ext cx="10698480" cy="23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Phase I delivery continuing.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8421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665338"/>
            <a:ext cx="10698480" cy="23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hūmānus inputs being prepared for the Stimson-led FCDO interim report covering June–October.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16535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46478"/>
            <a:ext cx="10698480" cy="23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June–October financial claim being prepared in GBP; Schedule 2 disbursement amounts being agreed and countersigned.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54649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27618"/>
            <a:ext cx="1069848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Cash timing — Stacy McGill's Q3 report shows the FCDO Phase II claim as the next contracted receipt, indicatively November.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Towards a More Peaceful Arakan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Swiss FDFA, via Stimson Center as prime  ·  hūmānus as implementing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Q3 2026 Board Meeting  ·  Operations &amp; Impact Update  ·  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What the project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5999"/>
            <a:ext cx="1097280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An 18-month partnership (December 2025 – May 2027) to identify, create, and support trust-building opportunities among Rohingya, Arakanese, and Bangladesh stakeholders, combining bilateral engagement, capacity building, and facilitated dialogue.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7271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Since 29 June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0307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84198"/>
            <a:ext cx="10698480" cy="23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Rohingya dialogue work continuing with Rohingya leadership.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8421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665338"/>
            <a:ext cx="10698480" cy="23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Request made to Stimson for the FDFA head grant and the approved joint workplan.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16535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46478"/>
            <a:ext cx="10698480" cy="23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Partner engagement — PHRD Myanmar partner discussion (16 July); Swiss Peace Partners Network, Geneva (6 August).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Accountability for business and human rights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Core funded  ·  legal action, regulatory complaint and advocacy — confirmed as a core model at the retreat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THE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Bringing together our work that holds business actors accountable for contribution to, or benefit from, serious international crimes — across litigation, regulatory complaint, and investor-facing advocacy.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ACTIVE WORKSTREAMS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Fagun Bold"/>
              </a:rPr>
              <a:t>Meta / Facebook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Meta has responded to our case, including a request for particulars. </a:t>
            </a:r>
            <a:r>
              <a:rPr sz="1100" b="0" i="0">
                <a:solidFill>
                  <a:srgbClr val="E12D64"/>
                </a:solidFill>
                <a:latin typeface="Inter"/>
              </a:rPr>
              <a:t>[Eva to confirm: source to be supplied]</a:t>
            </a:r>
            <a:r>
              <a:rPr sz="1100" b="0" i="0">
                <a:solidFill>
                  <a:srgbClr val="410F37"/>
                </a:solidFill>
                <a:latin typeface="Inter"/>
              </a:rPr>
              <a:t> Amnesty × hūmānus side event at UNGA (25 Sep); documentary narrative and video series in production.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Fagun Bold"/>
              </a:rPr>
              <a:t>Adani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Coordination and investigation work continuing, including research on Australian super-fund exposure, fiduciary-duty case law, the OFAC civil probe and Adani Defence.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949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Fagun Bold"/>
              </a:rPr>
              <a:t>Other accountability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US and UK greenwashing opinions (Reuben brothers / Escénica) in progress. CERD / ICJ brief concerning Australia in preparation.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3949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Fagun Bold"/>
              </a:rPr>
              <a:t>Note for the 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7607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10F37"/>
                </a:solidFill>
                <a:latin typeface="Inter"/>
              </a:rPr>
              <a:t>At Q2 we proposed a dedicated Adani paper for this meeting. Coordination and investigation work is continuing; the board is updated through this report.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Q3 2026 Board Meeting  ·  Operations &amp; Impact Update  ·  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7 / 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Public engagement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Core funded  ·  Against the Tide, speaking and donor relations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Q3 2026 Board Meeting  ·  Operations &amp; Impact Update  ·  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8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Against the Tide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04871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85999"/>
            <a:ext cx="1069848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Eva Buzo Swim × Small Islands Coalition (28 August); Islands Swim: Seychelles (15 September); small-islands press, social and documentary session at UNGA (25 September).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9827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Speaking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28631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09759"/>
            <a:ext cx="1069848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Berkeley (28 September) — keynote, Human Rights for Victims of Conflict in a Fragmenting World; session with Berkeley IIS clinic students on conflict monitoring.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2203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Donor relations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452391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33519"/>
            <a:ext cx="1069848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OSF partner retreat, Mexico — Finding Each Other on Shifting Ground, bringing together around 100 OSF partners; good connections made. Preceded by online pre-gathering sessions in July.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Research — Rohingya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Sawyadullah  ·  supporting dialogue activities and Rohingya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Q3 2026 Board Meeting  ·  Operations &amp; Impact Update  ·  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What the strand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5999"/>
            <a:ext cx="1097280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Ten analysis reports by Sawyadullah on Rohingya relationships with the United States, China, Bangladesh, India and Pakistan — to aid our dialogue activities and support Rohingya 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7271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Since 29 June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0307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84198"/>
            <a:ext cx="10698480" cy="23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Website to host the work in development, launching November 2026.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8421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665338"/>
            <a:ext cx="10698480" cy="23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A workshop on the content will be run in the Rohingya language.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Strategy retreat — what we decided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Team retreat, September 2026  ·  strategy, impact and organisational focus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Q3 2026 Board Meeting  ·  Operations &amp; Impact Update  ·  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Strategy and 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04871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85999"/>
            <a:ext cx="10698480" cy="213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Plan from what clients need — an outcomes ladder linking litigation, mediation and community engagement to meaningful results.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2823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9358"/>
            <a:ext cx="1069848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Broaden the framing from serious international crimes to human rights violations; stay people-focused and prioritise systemic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6494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46077"/>
            <a:ext cx="10698480" cy="426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Corporate accountability — legal action, regulatory complaints and advocacy — adopted as a core model, including Adani and Facebook.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01668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682796"/>
            <a:ext cx="10698480" cy="213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Rohingya — continue the lawyer-network and coordination approach, and take stock of progress after six months.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06155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Priorities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536507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17635"/>
            <a:ext cx="10698480" cy="213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Keep excellence, rigour and clear accountability central; new geographies only where needs-driven.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859866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40994"/>
            <a:ext cx="10698480" cy="213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Tell the organisation's story well and show impact to clients and funders; consider dedicated fundraising capacity.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Strategic outlook and watch-items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Things to keep in view between now and the February 2027 meeting.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Cash 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Cash USD 33,679 at 30 September; no contracted receipts until the FCDO Phase II claim (indicatively November) and OSF Year 3 (January 2027). Per Stacy McGill's Q3 Board Finance Report.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87168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Strategic framing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The retreat broadened the framing of the board-approved 2024–29 strategy from serious international crimes to human rights violations — brought to the board for discussion.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36976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36976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Rohingya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11296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Progress to be taken stock of around March 2027, between board meetings; the ED will report the outcome to the board.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86784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8678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Fundraising and post-OSF horizon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61104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Dedicated fundraising capacity under consideration — continues the Q2 item 6 discussion on matching ambition to fundraising.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36592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736592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Governance and entity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Legal name change VAI → hūmānus notified to OSF grant contacts; staff contract renewals in progress. Finance detail in Stacy McGill's papers.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Q3 2026 Board Meeting  ·  Operations &amp; Impact Update  ·  DRAFT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Fagun Black"/>
              </a:rPr>
              <a:t>Humanising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749039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6FF14"/>
                </a:solidFill>
                <a:latin typeface="Fagun Medium"/>
              </a:rPr>
              <a:t>ACCOUNTABILITY  ·  COMMUNITY  · 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www.humanus.co  ·  hello@humanus.co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96FF14"/>
                </a:solidFill>
                <a:latin typeface="Inter"/>
              </a:rPr>
              <a:t>Q3 2026 Board Meeting  ·  Operations &amp; Impact Update  ·  Sponsor: Eva Buzo (ED)  ·  DRAFT</a:t>
            </a:r>
          </a:p>
        </p:txBody>
      </p:sp>
      <p:pic>
        <p:nvPicPr>
          <p:cNvPr id="8" name="Picture 7" descr="humanus_logo_master_b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086" y="1011143"/>
            <a:ext cx="9509522" cy="32812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